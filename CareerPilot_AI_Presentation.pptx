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1F5F9"/>
                </a:solidFill>
                <a:latin typeface="Arial"/>
              </a:defRPr>
            </a:pPr>
            <a:r>
              <a:t>CareerPilot AI</a:t>
            </a:r>
          </a:p>
          <a:p>
            <a:pPr>
              <a:spcBef>
                <a:spcPts val="20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AI-Powered Career Intelligence &amp; Vector Search Recruitment Engine</a:t>
            </a:r>
            <a:br/>
            <a:r>
              <a:t>Presented by Team Placebo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Confidential • Project Presentation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1. Problem Statement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The Limitations of Traditional Recruitment &amp; Job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Rigid Keyword Matching: Traditional ATS screeners reject candidates based on exact string matches, ignoring real technical capability.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Static Resumes vs Dynamic Portfolios: PDF resumes fail to reflect actual coding output, commit frequency, or open-source impact.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Unclear Skill Progression: Job seekers lack personalized, data-driven roadmaps to bridge their specific skill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2. The Solution: CareerPilot AI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An End-to-End AI &amp; Vector-Search Career Acceleration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Semantic Vector Matching: High-dimensional embeddings with PostgreSQL pgvector to match context, not just keywords.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Automated GitHub Portfolio Analysis: Direct integration with GitHub API to compute real technical capability scores.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Dynamic AI Roadmap Engine: Tailored step-by-step milestones to bridge candidate skill gaps for target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3. System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Modern Full-Stack Microservice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Frontend: React 18 + Vite + TypeScript + Tailwind CSS (Dark Glassmorphic UI)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Backend API: Node.js + Express + TypeScript + Prisma ORM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Database: PostgreSQL 16 + pgvector (HNSW Indexing for vector search)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Microservice: Python 3.11 + Playwright Async Browser Scraper + Streamlit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4. Modern Glassmorphic Dashboard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1: Unified Dark Mode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Cyberpunk-inspired glassmorphism with high-contrast UI tokens.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Live navigation across Portfolio, ATS Scoring, Role Analysis, and AI Roadmaps.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Responsive dashboard layouts optimized for all display sizes.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Main Dashboard Homepage (http://localhost:5173/)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5. GitHub Portfolio Analyzer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2: Real-World Code Quantification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Extracts public repositories, commit velocity, languages, and star counts.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Calculates objective Technical Portfolio Score (0-100%).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Provides stack distribution breakdown (Frontend, Backend, DevOps, AI).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GitHub Portfolio Analyzer Dashboard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6. Resume Upload &amp; Extraction Engine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3: AI Document Parsing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Supports PDF, DOCX, and TXT resume file uploads.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Extracts structured JSON schema using Google Gemini AI.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Categorizes skills, work experiences, education, and impact statements.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Resume Upload &amp; Structured JSON View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7. Automated ATS Compatibility Scoring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4: Real-Life Recruiter Weightage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45% Keyword &amp; Skill Density Match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25% Measurable Experience Impact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25% Readability &amp; Machine-Parseability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10% Document Structure &amp; Completeness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ATS Score Gauge &amp; Point Breakdown Chart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8. Formatting Diagnostics &amp; Readability Check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5: Automated Document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Length Verification: Ensures optimal word count range (100 - 1000 words).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Bullet Density Analysis: Requires standard ATS bullet structures.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Generates interactive To-Do checklist for instant candidate formatting fixes.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Formatting Diagnostics &amp; Issue Checklist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9. Vector Search Job Matching (pgvector)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6: Cosine Similarity Matching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Embeds target job requirements and candidate profiles into 384-dim vector space.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HNSW Indexing provides sub-millisecond similarity search.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Displays real-time similarity match percentages (e.g. 88% Match).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Role Analysis &amp; Cosine Similarity Match Cards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10. Kaggle AI Dataset Benchmark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7: Industry Job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Ingests thousands of real AI &amp; software engineering job postings.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Automatic embedding generation using Xenova/Sentence-Transformers.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Provides market benchmarks for salary, skills demand, and role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Kaggle AI Dataset Search &amp; Benchmarks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11. Dynamic AI Roadmap Generator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8: Personalised Career Blueprints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Performs automated skill gap analysis against candidate profiles.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Generates step-by-step milestones (Foundations, Advanced Tools, Real-World Projects).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Includes estimated completion timeframes and recommended learning resources.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AI Roadmap Modal &amp; Milestone Progression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12. Playwright Scraping Microservice</a:t>
            </a:r>
          </a:p>
          <a:p>
            <a:pPr>
              <a:spcBef>
                <a:spcPts val="400"/>
              </a:spcBef>
              <a:defRPr sz="1500">
                <a:solidFill>
                  <a:srgbClr val="94A3B8"/>
                </a:solidFill>
                <a:latin typeface="Arial"/>
              </a:defRPr>
            </a:pPr>
            <a:r>
              <a:t>Feature Highlight 9: Async Scraping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Autonomous Python microservice with Streamlit UI (http://localhost:8501).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Dual-mode: Direct Playwright browser scraping &amp; Gemini Agentic scraping.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  <a:latin typeface="Arial"/>
              </a:defRPr>
            </a:pPr>
            <a:r>
              <a:t>• Multi-format export: JSON, CSV, Markdown, Text, and Terraform (.tf).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8202F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32918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Arial"/>
              </a:defRPr>
            </a:pPr>
            <a:r>
              <a:t>[ 🖼️ INSERT SCREENSHOT HERE: Streamlit Web &amp; Resume Scraping Dashboard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13. Database Schema &amp; Prisma ORM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Robust Data Modeling for High-Performance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User &amp; Profile Schemas: Stores core details, career goals, and skills inventory.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Resume &amp; ATS Schemas: Stores raw text, parsed JSON chunks, and score breakdowns.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Job &amp; Vector Embeddings: Utilizes PostgreSQL vector type with HNSW index for lightning fast queries.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14. Containerization &amp; Deployment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Docker Compose Microservice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PostgreSQL Container: pgvector/pgvector:pg16 running on port 5432.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Web Scraper Container: Containerized Python 3.11 + Playwright environment on port 8501.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Express &amp; Vite Services: Zero-downtime development and production build pipeline.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Arial"/>
              </a:defRPr>
            </a:pPr>
            <a:r>
              <a:t>15. Conclusion &amp; Future Roadmap</a:t>
            </a:r>
          </a:p>
          <a:p>
            <a:pPr>
              <a:spcBef>
                <a:spcPts val="6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CareerPilot AI — Next Steps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971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Impact: Empowers job seekers with data-driven clarity and ATS compatibility.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Upcoming Features: Real-time mock interview simulator, auto-tailored cover letter generator, and live recruiter connection portal.</a:t>
            </a:r>
          </a:p>
          <a:p>
            <a:pPr>
              <a:spcAft>
                <a:spcPts val="20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Thank You! All source code available at Team-Placebo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